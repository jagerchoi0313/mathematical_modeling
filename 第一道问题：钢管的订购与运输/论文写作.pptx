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92830" y="1073785"/>
          <a:ext cx="4615180" cy="4375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219200" imgH="1155700" progId="Equation.KSEE3">
                  <p:embed/>
                </p:oleObj>
              </mc:Choice>
              <mc:Fallback>
                <p:oleObj name="" r:id="rId1" imgW="1219200" imgH="11557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92830" y="1073785"/>
                        <a:ext cx="4615180" cy="4375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00325" y="639445"/>
          <a:ext cx="7035165" cy="4967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1943100" imgH="1371600" progId="Equation.KSEE3">
                  <p:embed/>
                </p:oleObj>
              </mc:Choice>
              <mc:Fallback>
                <p:oleObj name="" r:id="rId1" imgW="1943100" imgH="1371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00325" y="639445"/>
                        <a:ext cx="7035165" cy="4967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28495" y="492125"/>
          <a:ext cx="6721475" cy="5873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2413000" imgH="2108200" progId="Equation.KSEE3">
                  <p:embed/>
                </p:oleObj>
              </mc:Choice>
              <mc:Fallback>
                <p:oleObj name="" r:id="rId1" imgW="2413000" imgH="2108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28495" y="492125"/>
                        <a:ext cx="6721475" cy="5873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ThjMGE3YmNhOWIxMWJmZGJjYzNjMGU4NGQ0NTdlM2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Neusoft</dc:creator>
  <cp:lastModifiedBy>曹华林</cp:lastModifiedBy>
  <cp:revision>7</cp:revision>
  <dcterms:created xsi:type="dcterms:W3CDTF">2023-08-09T12:44:00Z</dcterms:created>
  <dcterms:modified xsi:type="dcterms:W3CDTF">2026-06-24T08:59:28Z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2052-12.1.0.26895</vt:lpwstr>
  </property>
</Properties>
</file>