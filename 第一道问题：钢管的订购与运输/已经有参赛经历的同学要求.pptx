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42415" y="1203960"/>
            <a:ext cx="9396095" cy="3797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/>
              <a:t>一、借助</a:t>
            </a:r>
            <a:r>
              <a:rPr lang="en-US" altLang="zh-CN" sz="3600"/>
              <a:t>Ai</a:t>
            </a:r>
            <a:r>
              <a:rPr lang="zh-CN" altLang="en-US" sz="3600"/>
              <a:t>编程序得出从钢厂到铺设点运输</a:t>
            </a:r>
            <a:r>
              <a:rPr lang="en-US" altLang="zh-CN" sz="3600"/>
              <a:t>1</a:t>
            </a:r>
            <a:r>
              <a:rPr lang="zh-CN" altLang="en-US" sz="3600"/>
              <a:t>公里钢管的费用矩阵，并让</a:t>
            </a:r>
            <a:r>
              <a:rPr lang="en-US" altLang="zh-CN" sz="3600"/>
              <a:t>Ai</a:t>
            </a:r>
            <a:r>
              <a:rPr lang="zh-CN" altLang="en-US" sz="3600"/>
              <a:t>给出编程的算法步骤。</a:t>
            </a:r>
            <a:endParaRPr lang="zh-CN" altLang="en-US" sz="3600"/>
          </a:p>
          <a:p>
            <a:r>
              <a:rPr lang="zh-CN" altLang="en-US" sz="3600"/>
              <a:t>二、让</a:t>
            </a:r>
            <a:r>
              <a:rPr lang="en-US" altLang="zh-CN" sz="3600"/>
              <a:t>Ai</a:t>
            </a:r>
            <a:r>
              <a:rPr lang="zh-CN" altLang="en-US" sz="3600"/>
              <a:t>使用启发式算法近似求解优化模型。并让</a:t>
            </a:r>
            <a:r>
              <a:rPr lang="en-US" altLang="zh-CN" sz="3600"/>
              <a:t>Ai</a:t>
            </a:r>
            <a:r>
              <a:rPr lang="zh-CN" altLang="en-US" sz="3600"/>
              <a:t>给出启发式算法的算法步骤。</a:t>
            </a:r>
            <a:endParaRPr lang="zh-CN" altLang="en-US" sz="3600"/>
          </a:p>
          <a:p>
            <a:r>
              <a:rPr lang="zh-CN" altLang="en-US" sz="3600"/>
              <a:t>三、协助队友写出具有一定水平的</a:t>
            </a:r>
            <a:r>
              <a:rPr lang="zh-CN" altLang="en-US" sz="3600"/>
              <a:t>论文。</a:t>
            </a:r>
            <a:endParaRPr lang="zh-CN" altLang="en-US" sz="36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WPS 演示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Neusoft</dc:creator>
  <cp:lastModifiedBy>曹华林</cp:lastModifiedBy>
  <cp:revision>7</cp:revision>
  <dcterms:created xsi:type="dcterms:W3CDTF">2023-08-09T12:44:00Z</dcterms:created>
  <dcterms:modified xsi:type="dcterms:W3CDTF">2026-06-24T13:49:14Z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ECCDEC161A4847F1BC9CFE46D10EBD49_12</vt:lpwstr>
  </property>
</Properties>
</file>